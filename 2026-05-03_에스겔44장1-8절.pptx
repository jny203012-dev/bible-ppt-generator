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c3d44abfe95e4b1bbe4691c27cc713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44장 1절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그가 나를 데리고 성소의 동쪽을 향한 바깥 문에 돌아오시니 그 문이 닫혔더라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c3d44abfe95e4b1bbe4691c27cc713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44장 2절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여호와께서 내게 이르시되 이 문은 닫고 다시 열지 못할지니 아무도 그리로 들어오지 못할 것은 이스라엘 하나님 나 여호와가 그리로 들어왔음이라 그러므로 닫아 둘지니라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c3d44abfe95e4b1bbe4691c27cc713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44장 3절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왕은 왕인 까닭에 안 길로 이 문 현관으로 들어와서 거기에 앉아서 나 여호와 앞에서 음식을 먹고 그 길로 나갈 것이니라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c3d44abfe95e4b1bbe4691c27cc713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44장 4절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그가 또 나를 데리고 북문을 통하여 성전 앞에 이르시기로 내가 보니 여호와의 영광이 여호와의 성전에 가득한지라 내가 얼굴을 땅에 대고 엎드리니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c3d44abfe95e4b1bbe4691c27cc713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44장 5절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여호와께서 내게 이르시되 인자야 너는 전심으로 주목하여 내가 네게 말하는 바 여호와의 성전의 모든 규례와 모든 율례를 귀로 듣고 또 성전의 입구와 성소의 출구를 전심으로 주목하고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c3d44abfe95e4b1bbe4691c27cc713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44장 6절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너는 반역하는 자 곧 이스라엘 족속에게 이르기를 주 여호와께서 이같이 말씀하시기를 이스라엘 족속아 너희의 모든 가증한 일이 족하니라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c3d44abfe95e4b1bbe4691c27cc713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44장 7절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너희가 마음과 몸에 할례 받지 아니한 이방인을 데려오고 내 떡과 기름과 피를 드릴 때에 그들로 내 성소 안에 있게 하여 내 성전을 더럽히므로 너희의 모든 가증한 일 외에 그들이 내 언약을 위반하게 하는 것이 되었으며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c3d44abfe95e4b1bbe4691c27cc713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44장 8절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너희가 내 성물의 직분을 지키지 아니하고 내 성소에 사람을 두어 너희 직분을 대신 지키게 하였느니라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