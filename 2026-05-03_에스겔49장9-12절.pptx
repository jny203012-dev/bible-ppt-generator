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93cd1a4997cf481aa9c183fe76b3288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49장 9절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겔 49:9 (구절 없음)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93cd1a4997cf481aa9c183fe76b3288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49장 10절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겔 49:10 (구절 없음)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93cd1a4997cf481aa9c183fe76b3288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49장 11절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겔 49:11 (구절 없음)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93cd1a4997cf481aa9c183fe76b3288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49장 12절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겔 49:12 (구절 없음)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