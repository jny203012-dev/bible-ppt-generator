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 여호와께서 이같이 말씀하셨느니라 안뜰 동쪽을 향한 문은 일하는 엿새 동안에는 닫되 안식일에는 열며 초하루에도 열고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군주는 바깥 문 현관을 통하여 들어와서 문 벽 곁에 서고 제사장은 그를 위하여 번제와 감사제를 드릴 것이요 군주는 문 통로에서 예배한 후에 밖으로 나가고 그 문은 저녁까지 닫지 말 것이며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 백성도 안식일과 초하루에 이 문 입구에서 나 여호와 앞에 예배할 것이며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안식일에 군주가 여호와께 드릴 번제는 흠 없는 어린 양 여섯 마리와 흠 없는 숫양 한 마리라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소제는 숫양 하나에는 밀가루 한 에바요 모든 어린 양에는 그 힘대로 할 것이며 밀가루 한 에바에는 기름 한 힌 씩이니라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초하루에는 흠 없는 수송아지 한 마리와 어린 양 여섯 마리와 숫양 한 마리를 드리되 모두 흠 없는 것으로 할 것이며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소제를 준비하되 수송아지에는 밀가루 한 에바요 숫양에도 밀가루 한 에바며 모든 어린 양에는 그 힘대로 할 것이요 밀가루 한 에바에는 기름 한 힌씩이며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군주가 올 때에는 이 문 현관을 통하여 들어오고 나갈 때에도 그리할지니라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그러나 모든 정한 절기에 이 땅 백성이 나 여호와 앞에 나아올 때에는 북문으로 들어와서 경배하는 자는 남문으로 나가고 남문으로 들어오는 자는 북문으로 나갈지라 들어온 문으로 도로 나가지 말고 그 몸이 앞으로 향한 대로 나갈지며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군주가 무리 가운데에 있어서 그들이 들어올 때에 들어오고 그들이 나갈 때에 나갈지니라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명절과 성회 때에 그 소제는 수송아지 한 마리에 밀가루 한 에바요 숫양 한 마리에도 한 에바요 모든 어린 양에는 그 힘대로 할 것이며 밀가루 한 에바에는 기름 한 힌씩이며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만일 군주가 자원하여 번제를 준비하거나 혹은 자원하여 감사제를 준비하여 나 여호와께 드릴 때에는 그를 위하여 동쪽을 향한 문을 열고 그가 번제와 감사제를 안식일에 드림 같이 드리고 밖으로 나갈지며 나간 후에 문을 닫을지니라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아침마다 일년 되고 흠 없는 어린 양 한 마리를 번제를 갖추어 나 여호와께 드리고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아침마다 그것과 함께 드릴 소제를 갖추되 곧 밀가루 육분의 일 에바와 기름 삼분의 일 힌을 섞을 것이니 이는 영원한 규례로 삼아 항상 나 여호와께 드릴 소제라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이같이 아침마다 그 어린 양과 밀가루와 기름을 준비하여 항상 드리는 번제물로 삼을지니라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 여호와께서 이같이 말씀하셨느니라 군주가 만일 한 아들에게 선물을 준즉 그의 기업이 되어 그 자손에게 속하나니 이는 그 기업을 이어 받음이어니와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군주가 만일 그 기업을 한 종에게 선물로 준즉 그 종에게 속하여 희년까지 이르고 그 후에는 군주에게로 돌아갈 것이니 군주의 기업은 그 아들이 이어 받을 것임이라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5438dca6aa64658856a852b1d5c82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46장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군주는 백성의 기업을 빼앗아 그 산업에서 쫓아내지 못할지니 군주가 자기 아들에게 기업으로 줄 것은 자기 산업으로만 할 것임이라 백성이 각각 그 산업을 떠나 흩어지지 않게 할 것이니라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