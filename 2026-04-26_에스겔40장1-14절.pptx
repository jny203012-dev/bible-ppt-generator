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7411e68be7ba4e94bcb97bbdf78f0f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FE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7A330A"/>
                </a:solidFill>
                <a:latin typeface="Malgun Gothic"/>
              </a:rPr>
              <a:t>에스겔 40장 1절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645920"/>
            <a:ext cx="10287000" cy="3931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7A330A"/>
                </a:solidFill>
                <a:latin typeface="Malgun Gothic"/>
              </a:rPr>
              <a:t>우리가 사로잡힌 지 스물다섯째 해, 성이
함락된 후 열넷째 해 첫째 달 열째 날에 곧
그 날에 여호와의 권능이 내게 임하여 나를
데리고 이스라엘 땅으로 가시되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7411e68be7ba4e94bcb97bbdf78f0f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FE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7A330A"/>
                </a:solidFill>
                <a:latin typeface="Malgun Gothic"/>
              </a:rPr>
              <a:t>에스겔 40장 2절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645920"/>
            <a:ext cx="10287000" cy="3931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7A330A"/>
                </a:solidFill>
                <a:latin typeface="Malgun Gothic"/>
              </a:rPr>
              <a:t>하나님의 이상 중에 나를 데리고 이스라엘
땅에 이르러 나를 매우 높은 산 위에
내려놓으시는데 거기에서 남으로 향하여 성읍
형상 같은 것이 있더라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7411e68be7ba4e94bcb97bbdf78f0f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FE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7A330A"/>
                </a:solidFill>
                <a:latin typeface="Malgun Gothic"/>
              </a:rPr>
              <a:t>에스겔 40장 3절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645920"/>
            <a:ext cx="10287000" cy="3931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7A330A"/>
                </a:solidFill>
                <a:latin typeface="Malgun Gothic"/>
              </a:rPr>
              <a:t>나를 데리시고 거기에 이르시니 모양이 놋
같이 빛난 사람 하나가 손에 삼줄과 측량하는
장대를 가지고 문에 서 있더니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7411e68be7ba4e94bcb97bbdf78f0f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FE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7A330A"/>
                </a:solidFill>
                <a:latin typeface="Malgun Gothic"/>
              </a:rPr>
              <a:t>에스겔 40장 4절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645920"/>
            <a:ext cx="10287000" cy="3931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7A330A"/>
                </a:solidFill>
                <a:latin typeface="Malgun Gothic"/>
              </a:rPr>
              <a:t>그 사람이 내게 이르되 인자야 내가 네게
보이는 그것을 눈으로 보고 귀로 들으며 네
마음으로 생각할지어다 내가 이것을 네게
보이려고 이리로 데리고 왔나니 너는 본 것을
다 이스라엘 족속에게 전할지어다 하더라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7411e68be7ba4e94bcb97bbdf78f0f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FE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7A330A"/>
                </a:solidFill>
                <a:latin typeface="Malgun Gothic"/>
              </a:rPr>
              <a:t>에스겔 40장 5절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645920"/>
            <a:ext cx="10287000" cy="3931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7A330A"/>
                </a:solidFill>
                <a:latin typeface="Malgun Gothic"/>
              </a:rPr>
              <a:t>내가 본즉 집 바깥 사방으로 담이 있더라 그
사람의 손에 측량하는 장대를 잡았는데 그
길이가 팔꿈치에서 손가락에 이르고 한 손바닥
너비가 더한 자로 여섯 척이라 그 담을
측량하니 두께가 한 장대요 높이도 한 장대며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7411e68be7ba4e94bcb97bbdf78f0f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FE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7A330A"/>
                </a:solidFill>
                <a:latin typeface="Malgun Gothic"/>
              </a:rPr>
              <a:t>에스겔 40장 6절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645920"/>
            <a:ext cx="10287000" cy="3931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7A330A"/>
                </a:solidFill>
                <a:latin typeface="Malgun Gothic"/>
              </a:rPr>
              <a:t>그가 동쪽을 향한 문에 이르러 층계에 올라
그 문의 통로를 측량하니 길이가 한 장대요
그 문 안쪽 통로의 길이도 한 장대며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7411e68be7ba4e94bcb97bbdf78f0f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FE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7A330A"/>
                </a:solidFill>
                <a:latin typeface="Malgun Gothic"/>
              </a:rPr>
              <a:t>에스겔 40장 7절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645920"/>
            <a:ext cx="10287000" cy="3931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7A330A"/>
                </a:solidFill>
                <a:latin typeface="Malgun Gothic"/>
              </a:rPr>
              <a:t>그 문간에 문지기 방들이 있는데 각기 길이가
한 장대요 너비가 한 장대요 각방 사이 벽이
다섯 척이며 안쪽 문 통로의 길이가 한
장대요 그 앞에 현관이 있고 그 앞에 안
문이 있으며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7411e68be7ba4e94bcb97bbdf78f0f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FE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7A330A"/>
                </a:solidFill>
                <a:latin typeface="Malgun Gothic"/>
              </a:rPr>
              <a:t>에스겔 40장 8절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645920"/>
            <a:ext cx="10287000" cy="3931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7A330A"/>
                </a:solidFill>
                <a:latin typeface="Malgun Gothic"/>
              </a:rPr>
              <a:t>그가 또 안 문의 현관을 측량하니 한 장대며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7411e68be7ba4e94bcb97bbdf78f0f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FE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7A330A"/>
                </a:solidFill>
                <a:latin typeface="Malgun Gothic"/>
              </a:rPr>
              <a:t>에스겔 40장 9절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645920"/>
            <a:ext cx="10287000" cy="3931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7A330A"/>
                </a:solidFill>
                <a:latin typeface="Malgun Gothic"/>
              </a:rPr>
              <a:t>안 문의 현관을 또 측량하니 여덟 척이요 그
문 벽은 두 척이라 그 문의 현관이 안으로
향하였으며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7411e68be7ba4e94bcb97bbdf78f0f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FE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7A330A"/>
                </a:solidFill>
                <a:latin typeface="Malgun Gothic"/>
              </a:rPr>
              <a:t>에스겔 40장 10절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645920"/>
            <a:ext cx="10287000" cy="3931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7A330A"/>
                </a:solidFill>
                <a:latin typeface="Malgun Gothic"/>
              </a:rPr>
              <a:t>그 동문간의 문지기 방은 왼쪽에 셋이 있고
오른쪽에 셋이 있으니 그 셋이 각각 같은
크기요 그 좌우편 벽도 다 같은 크기며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7411e68be7ba4e94bcb97bbdf78f0f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FE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7A330A"/>
                </a:solidFill>
                <a:latin typeface="Malgun Gothic"/>
              </a:rPr>
              <a:t>에스겔 40장 11절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645920"/>
            <a:ext cx="10287000" cy="3931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7A330A"/>
                </a:solidFill>
                <a:latin typeface="Malgun Gothic"/>
              </a:rPr>
              <a:t>또 그 문 통로를 측량하니 너비가 열 척이요
길이가 열세 척이며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7411e68be7ba4e94bcb97bbdf78f0f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FE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7A330A"/>
                </a:solidFill>
                <a:latin typeface="Malgun Gothic"/>
              </a:rPr>
              <a:t>에스겔 40장 12절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645920"/>
            <a:ext cx="10287000" cy="3931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7A330A"/>
                </a:solidFill>
                <a:latin typeface="Malgun Gothic"/>
              </a:rPr>
              <a:t>방 앞에 간막이 벽이 있는데 이쪽 간막이
벽도 한 척이요 저쪽 간막이 벽도 한 척이며
그 방은 이쪽도 여섯 척이요 저쪽도 여섯
척이며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7411e68be7ba4e94bcb97bbdf78f0f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FE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7A330A"/>
                </a:solidFill>
                <a:latin typeface="Malgun Gothic"/>
              </a:rPr>
              <a:t>에스겔 40장 13절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645920"/>
            <a:ext cx="10287000" cy="3931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7A330A"/>
                </a:solidFill>
                <a:latin typeface="Malgun Gothic"/>
              </a:rPr>
              <a:t>그가 그 문간을 측량하니 이 방 지붕 가에서
저 방 지붕 가까지 너비가 스물다섯 척인데
방문은 서로 반대되었으며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7411e68be7ba4e94bcb97bbdf78f0f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FE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7A330A"/>
                </a:solidFill>
                <a:latin typeface="Malgun Gothic"/>
              </a:rPr>
              <a:t>에스겔 40장 14절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645920"/>
            <a:ext cx="10287000" cy="3931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7A330A"/>
                </a:solidFill>
                <a:latin typeface="Malgun Gothic"/>
              </a:rPr>
              <a:t>그가 또 현관을 측량하니 너비가 스무 척이요
현관 사방에 뜰이 있으며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