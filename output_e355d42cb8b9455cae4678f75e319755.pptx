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 곧
그 날에 여호와의 권능이 내게 임하여 나를
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 성읍
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 측량하는
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 네
마음으로 생각할지어다 내가 이것을 네게
보이려고 이리로 데리고 왔나니 너는 본 것을
다 이스라엘 족속에게 전할지어다 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