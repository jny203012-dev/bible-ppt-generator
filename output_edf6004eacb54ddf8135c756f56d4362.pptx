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
곧 그 날에 여호와의 권능이 내게 임하여
나를 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
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
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
네 마음으로 생각할지어다 내가 이것을
네게 보이려고 이리로 데리고 왔나니 너는
본 것을 다 이스라엘 족속에게 전할지어다
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