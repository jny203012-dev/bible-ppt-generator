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9d9fecb78eaf42ada55e522377bbbc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예레미야 29장 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만군의 여호와 이스라엘의 하나님께서 이와 같이 말하노라 너희 중에 있는 선지자들에게와 점쟁이에게 미혹되지 말며 너희가 꾼 꿈도 곧이 듣고 믿지 말라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9d9fecb78eaf42ada55e522377bbbc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예레미야 29장 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내가 그들을 보내지 아니하였어도 그들이 내 이름으로 거짓을 예언함이라 여호와의 말씀이니라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9d9fecb78eaf42ada55e522377bbbc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예레미야 29장 10절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여호와께서 이와 같이 말씀하시니라 바벨론에서 칠십 년이 차면 내가 너희를 돌보고 나의 선한 말을 너희에게 성취하여 너희를 이 곳으로 돌아오게 하리라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9d9fecb78eaf42ada55e522377bbbc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예레미야 29장 11절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여호와의 말씀이니라 너희를 향한 나의 생각을 내가 아나니 평안이요 재앙이 아니니라 너희에게 미래와 희망을 주는 것이니라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9d9fecb78eaf42ada55e522377bbbc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예레미야 29장 12절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너희가 내게 부르짖으며 내게 와서 기도하면 내가 너희들의 기도를 들을 것이요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9d9fecb78eaf42ada55e522377bbbc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예레미야 29장 13절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너희가 온 마음으로 나를 구하면 나를 찾을 것이요 나를 만나리라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9d9fecb78eaf42ada55e522377bbbc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예레미야 29장 14절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이것은 여호와의 말씀이니라 나는 너희들을 만날 것이며 너희를 포로된 중에서 다시 돌아오게 하되 내가 쫓아 보내었던 나라들과 모든 곳에서 모아 사로잡혀 떠났던 그 곳으로 돌아오게 하리라 이것은 여호와의 말씀이니라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