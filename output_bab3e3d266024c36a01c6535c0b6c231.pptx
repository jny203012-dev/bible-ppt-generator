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우리가 사로잡힌 지 스물다섯째 해, 성이
함락된 후 열넷째 해 첫째 달 열째 날에 곧
그 날에 여호와의 권능이 내게 임하여 나를
데리고 이스라엘 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하나님의 이상 중에 나를 데리고 이스라엘
땅에 이르러 나를 매우 높은 산 위에
내려놓으시는데 거기에서 남으로 향하여 성읍
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나를 데리시고 거기에 이르시니 모양이 놋
같이 빛난 사람 하나가 손에 삼줄과 측량하는
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4500" y="1397000"/>
            <a:ext cx="11303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0000"/>
                </a:solidFill>
                <a:latin typeface="Malgun Gothic"/>
              </a:rPr>
              <a:t>그 사람이 내게 이르되 인자야 내가 네게
보이는 그것을 눈으로 보고 귀로 들으며 네
마음으로 생각할지어다 내가 이것을 네게
보이려고 이리로 데리고 왔나니 너는 본 것을
다 이스라엘 족속에게 전할지어다 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