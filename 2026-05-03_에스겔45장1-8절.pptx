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너희는 제비 뽑아 땅을 나누어 기업으로 삼을 때에 한 구역을 거룩한 땅으로 삼아 여호와께 예물로 드릴지니 그 길이는 이만 오천 척이요 너비는 만 척이라 그 구역 안 전부가 거룩하리라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중에서 성소에 속할 땅은 길이가 오백 척이요 너비가 오백 척이니 네모가 반듯하며 그 외에 사방 쉰 척으로 전원이 되게 하되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측량한 가운데에서 길이는 이만 오천 척을 너비는 만 척을 측량하고 그 안에 성소를 둘지니 지극히 거룩한 곳이요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곳은 성소에서 수종드는 제사장들 곧 하나님께 가까이 나아가서 수종드는 자들에게 주는 거룩한 땅이니 그들이 집을 지을 땅이며 성소를 위한 거룩한 곳이라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길이는 이만 오천 척을 너비는 만 척을 측량하여 성전에서 수종드는 레위 사람에게 돌려 그들의 거주지를 삼아 마을 스물을 세우게 하고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구별한 거룩한 구역 옆에 너비는 오천 척을 길이는 이만 오천 척을 측량하여 성읍의 기지로 삼아 이스라엘 온 족속에게 돌리고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드린 거룩한 구역과 성읍의 기지 된 땅의 좌우편 곧 드린 거룩한 구역의 옆과 성읍의 기지 옆의 땅을 왕에게 돌리되 서쪽으로 향하여 서쪽 국경까지와 동쪽으로 향하여 동쪽 국경까지니 그 길이가 구역 하나와 서로 같을지니라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eec836360a942d5b76de5b3ba791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땅을 왕에게 돌려 이스라엘 가운데에 기업으로 삼게 하면 나의 왕들이 다시는 내 백성을 압제하지 아니하리라 그 나머지 땅은 이스라엘 족속에게 그 지파대로 줄지니라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