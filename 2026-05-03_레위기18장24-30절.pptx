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89f5b61b173648b789c22dcb6df8b9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레위기 18장 24절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너희는 이 모든 일로 스스로 더럽히지 말라 내가 너희 앞에서 쫓아내는 족속들이 이 모든 일로 말미암아 더러워졌고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89f5b61b173648b789c22dcb6df8b9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레위기 18장 25절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그 땅도 더러워졌으므로 내가 그 악으로 말미암아 벌하고 그 땅도 스스로 그 주민을 토하여 내느니라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89f5b61b173648b789c22dcb6df8b9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레위기 18장 26절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그러므로 너희 곧 너희의 동족이나 혹은 너희 중에 거류하는 거류민이나 내 규례와 내 법도를 지키고 이런 가증한 일의 하나라도 행하지 말라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89f5b61b173648b789c22dcb6df8b9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레위기 18장 27절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너희가 전에 있던 그 땅 주민이 이 모든 가증한 일을 행하였고 그 땅도 더러워졌느니라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89f5b61b173648b789c22dcb6df8b9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레위기 18장 28절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너희도 더럽히면 그 땅이 너희가 있기 전 주민을 토함 같이 너희를 토할까 하노라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89f5b61b173648b789c22dcb6df8b9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레위기 18장 29절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이 가증한 모든 일을 행하는 자는 그 백성 중에서 끊어지리라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89f5b61b173648b789c22dcb6df8b9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레위기 18장 30절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그러므로 너희는 내 명령을 지키고 너희가 들어가기 전에 행하던 가증한 풍속을 하나라도 따름으로 스스로 더럽히지 말라 나는 너희의 하나님 여호와이니라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