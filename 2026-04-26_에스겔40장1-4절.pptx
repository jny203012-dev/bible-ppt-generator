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6d3bb0951aa8422688c5a9e5e96977c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FE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622A09"/>
                </a:solidFill>
                <a:latin typeface="Malgun Gothic"/>
              </a:rPr>
              <a:t>에스겔 40장 1절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622A09"/>
                </a:solidFill>
                <a:latin typeface="Malgun Gothic"/>
              </a:rPr>
              <a:t>우리가 사로잡힌 지 스물다섯째 해, 성이 함락된 후 열넷째 해 첫째 달
열째 날에 곧 그 날에 여호와의 권능이 내게 임하여 나를 데리고 이스라엘
땅으로 가시되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6d3bb0951aa8422688c5a9e5e96977c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FE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622A09"/>
                </a:solidFill>
                <a:latin typeface="Malgun Gothic"/>
              </a:rPr>
              <a:t>에스겔 40장 2절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622A09"/>
                </a:solidFill>
                <a:latin typeface="Malgun Gothic"/>
              </a:rPr>
              <a:t>하나님의 이상 중에 나를 데리고 이스라엘 땅에 이르러 나를 매우 높은 산
위에 내려놓으시는데 거기에서 남으로 향하여 성읍 형상 같은 것이 있더라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6d3bb0951aa8422688c5a9e5e96977c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FE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622A09"/>
                </a:solidFill>
                <a:latin typeface="Malgun Gothic"/>
              </a:rPr>
              <a:t>에스겔 40장 3절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622A09"/>
                </a:solidFill>
                <a:latin typeface="Malgun Gothic"/>
              </a:rPr>
              <a:t>나를 데리시고 거기에 이르시니 모양이 놋 같이 빛난 사람 하나가 손에
삼줄과 측량하는 장대를 가지고 문에 서 있더니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gradient_6d3bb0951aa8422688c5a9e5e96977c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4358487" y="411480"/>
            <a:ext cx="3474720" cy="658368"/>
          </a:xfrm>
          <a:prstGeom prst="roundRect">
            <a:avLst/>
          </a:prstGeom>
          <a:solidFill>
            <a:srgbClr val="FEE9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2400" b="1">
                <a:solidFill>
                  <a:srgbClr val="622A09"/>
                </a:solidFill>
                <a:latin typeface="Malgun Gothic"/>
              </a:rPr>
              <a:t>에스겔 40장 4절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00200"/>
            <a:ext cx="11201400" cy="4114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000" b="1">
                <a:solidFill>
                  <a:srgbClr val="622A09"/>
                </a:solidFill>
                <a:latin typeface="Malgun Gothic"/>
              </a:rPr>
              <a:t>그 사람이 내게 이르되 인자야 내가 네게 보이는 그것을 눈으로 보고 귀로
들으며 네 마음으로 생각할지어다 내가 이것을 네게 보이려고 이리로 데리고
왔나니 너는 본 것을 다 이스라엘 족속에게 전할지어다 하더라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