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에스겔 40장 1절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우리가 사로잡힌 지 스물다섯째 해, 성이
함락된 후 열넷째 해 첫째 달 열째 날에
곧 그 날에 여호와의 권능이 내게 임하여
나를 데리고 이스라엘 땅으로 가시되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에스겔 40장 2절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하나님의 이상 중에 나를 데리고 이스라엘
땅에 이르러 나를 매우 높은 산 위에
내려놓으시는데 거기에서 남으로 향하여
성읍 형상 같은 것이 있더라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에스겔 40장 3절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나를 데리시고 거기에 이르시니 모양이 놋
같이 빛난 사람 하나가 손에 삼줄과
측량하는 장대를 가지고 문에 서 있더니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에스겔 40장 4절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그 사람이 내게 이르되 인자야 내가 네게
보이는 그것을 눈으로 보고 귀로 들으며
네 마음으로 생각할지어다 내가 이것을
네게 보이려고 이리로 데리고 왔나니 너는
본 것을 다 이스라엘 족속에게 전할지어다
하더라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에스겔 40장 5절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내가 본즉 집 바깥 사방으로 담이 있더라
그 사람의 손에 측량하는 장대를 잡았는데
그 길이가 팔꿈치에서 손가락에 이르고 한
손바닥 너비가 더한 자로 여섯 척이라 그
담을 측량하니 두께가 한 장대요 높이도
한 장대며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에스겔 40장 6절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그가 동쪽을 향한 문에 이르러 층계에
올라 그 문의 통로를 측량하니 길이가 한
장대요 그 문 안쪽 통로의 길이도 한
장대며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에스겔 40장 7절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그 문간에 문지기 방들이 있는데 각기
길이가 한 장대요 너비가 한 장대요 각방
사이 벽이 다섯 척이며 안쪽 문 통로의
길이가 한 장대요 그 앞에 현관이 있고
그 앞에 안 문이 있으며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에스겔 40장 8절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그가 또 안 문의 현관을 측량하니 한
장대며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에스겔 40장 9절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안 문의 현관을 또 측량하니 여덟 척이요
그 문 벽은 두 척이라 그 문의 현관이
안으로 향하였으며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에스겔 40장 10절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그 동문간의 문지기 방은 왼쪽에 셋이
있고 오른쪽에 셋이 있으니 그 셋이 각각
같은 크기요 그 좌우편 벽도 다 같은
크기며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에스겔 40장 11절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또 그 문 통로를 측량하니 너비가 열
척이요 길이가 열세 척이며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에스겔 40장 12절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방 앞에 간막이 벽이 있는데 이쪽 간막이
벽도 한 척이요 저쪽 간막이 벽도 한
척이며 그 방은 이쪽도 여섯 척이요
저쪽도 여섯 척이며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에스겔 40장 13절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그가 그 문간을 측량하니 이 방 지붕
가에서 저 방 지붕 가까지 너비가
스물다섯 척인데 방문은 서로 반대되었으며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algun Gothic"/>
              </a:rPr>
              <a:t>에스겔 40장 14절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그가 또 현관을 측량하니 너비가 스무
척이요 현관 사방에 뜰이 있으며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