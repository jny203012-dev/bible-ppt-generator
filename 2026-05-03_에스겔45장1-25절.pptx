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너희는 제비 뽑아 땅을 나누어 기업으로 삼을 때에 한 구역을 거룩한 땅으로 삼아 여호와께 예물로 드릴지니 그 길이는 이만 오천 척이요 너비는 만 척이라 그 구역 안 전부가 거룩하리라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중에서 성소에 속할 땅은 길이가 오백 척이요 너비가 오백 척이니 네모가 반듯하며 그 외에 사방 쉰 척으로 전원이 되게 하되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측량한 가운데에서 길이는 이만 오천 척을 너비는 만 척을 측량하고 그 안에 성소를 둘지니 지극히 거룩한 곳이요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곳은 성소에서 수종드는 제사장들 곧 하나님께 가까이 나아가서 수종드는 자들에게 주는 거룩한 땅이니 그들이 집을 지을 땅이며 성소를 위한 거룩한 곳이라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길이는 이만 오천 척을 너비는 만 척을 측량하여 성전에서 수종드는 레위 사람에게 돌려 그들의 거주지를 삼아 마을 스물을 세우게 하고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구별한 거룩한 구역 옆에 너비는 오천 척을 길이는 이만 오천 척을 측량하여 성읍의 기지로 삼아 이스라엘 온 족속에게 돌리고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드린 거룩한 구역과 성읍의 기지 된 땅의 좌우편 곧 드린 거룩한 구역의 옆과 성읍의 기지 옆의 땅을 왕에게 돌리되 서쪽으로 향하여 서쪽 국경까지와 동쪽으로 향하여 동쪽 국경까지니 그 길이가 구역 하나와 서로 같을지니라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땅을 왕에게 돌려 이스라엘 가운데에 기업으로 삼게 하면 나의 왕들이 다시는 내 백성을 압제하지 아니하리라 그 나머지 땅은 이스라엘 족속에게 그 지파대로 줄지니라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 여호와께서 이같이 말씀하셨느니라 이스라엘의 통치자들아 너희에게 만족하니라 너희는 포악과 겁탈을 제거하여 버리고 정의와 공의를 행하여 내 백성에게 속여 빼앗는 것을 그칠지니라 주 여호와의 말씀이니라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너희는 공정한 저울과 공정한 에바와 공정한 밧을 쓸지니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에바와 밧은 그 용량을 동일하게 하되 호멜의 용량을 따라 밧은 십분의 일 호멜을 담게 하고 에바도 십분의 일 호멜을 담게 할 것이며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세겔은 이십 게라니 이십 세겔과 이십오 세겔과 십오 세겔로 너희 마네가 되게 하라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너희가 마땅히 드릴 예물은 이러하니 밀 한 호멜에서는 육분의 일 에바를 드리고 보리 한 호멜에서도 육분의 일 에바를 드리며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기름은 정한 규례대로 한 고르에서 십분의 일 밧을 드릴지니 기름의 밧으로 말하면 한 고르는 십 밧 곧 한 호멜이며 (십 밧은 한 호멜이라)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이스라엘의 윤택한 초장의 가축 떼 이백 마리에서는 어린 양 한 마리를 드릴 것이라 백성을 속죄하기 위하여 이것들을 소제와 번제와 감사 제물로 삼을지니라 주 여호와의 말씀이니라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땅 모든 백성은 이 예물을 이스라엘의 군주에게 드리고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군주의 본분은 번제와 소제와 전제를 명절과 초하루와 안식일과 이스라엘 족속의 모든 정한 명절에 갖추는 것이니 이스라엘 족속을 속죄하기 위하여 이 속죄제와 소제와 번제와 감사 제물을 갖출지니라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여호와께서 이같이 말씀하셨느니라 첫째 달 초하룻날에 흠 없는 수송아지 한 마리를 가져다가 성소를 정결하게 하되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19절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제사장이 그 속죄제 희생제물의 피를 가져다가 성전 문설주와 제단 아래층 네 모퉁이와 안뜰 문설주에 바를 것이요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달 칠일에도 모든 과실범과 모르고 범죄한 자를 위하여 역시 그렇게 하여 성전을 속죄할지니라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첫째 달 열나흗날에는 유월절을 칠 일 동안 명절로 지키며 누룩 없는 떡을 먹을 것이라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날에 왕은 자기와 이 땅 모든 백성을 위하여 송아지 한 마리를 갖추어 속죄제를 드릴 것이요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명절 칠 일 동안에는 그가 나 여호와를 위하여 번제를 준비하되 곧 이레 동안에 매일 흠 없는 수송아지 일곱 마리와 숫양 일곱 마리이며 또 매일 숫염소 한 마리를 갖추어 속죄제를 드릴 것이며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또 소제를 갖추되 수송아지 한 마리에는 밀가루 한 에바요 숫양 한 마리에도 한 에바며 밀가루 한 에바에는 기름 한 힌 씩이며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01d27959f6c6423ab41082b1541e27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45장 25절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일곱째 달 열다섯째 날에 칠 일 동안 명절을 지켜 속죄제와 번제며 그 밀가루와 기름을 드릴지니라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