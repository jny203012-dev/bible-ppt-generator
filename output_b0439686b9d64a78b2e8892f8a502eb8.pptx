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28절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그들에게는 기업이 있으리니 내가 곧 그
기업이라 너희는 이스라엘 가운데에서
그들에게 산업을 주지 말라 내가 그
산업이 됨이라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29절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그들은 소제와 속죄제와 속건제의 제물을
먹을지니 이스라엘 중에서 구별하여 드리는
물건을 다 그들에게 돌리며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30절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또 각종 처음 익은 열매와 너희 모든
예물 중에 각종 거제 제물을 다
제사장에게 돌리고 너희가 또 첫 밀가루를
제사장에게 주어 그들에게 네 집에 복이
내리도록 하게 하라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317500"/>
            <a:ext cx="1143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에스겔 44장 31절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71500" y="1397000"/>
            <a:ext cx="11049000" cy="4318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000" b="0">
                <a:solidFill>
                  <a:srgbClr val="000000"/>
                </a:solidFill>
                <a:latin typeface="Malgun Gothic"/>
              </a:rPr>
              <a:t>새나 가축이 저절로 죽은 것이나 찢겨서
죽은 것은 다 제사장이 먹지 말 것이니라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