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28절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그들에게는 기업이 있으리니 내가 곧 그 기업이라 너희는 이스라엘
가운데에서 그들에게 산업을 주지 말라 내가 그 산업이 됨이라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29절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그들은 소제와 속죄제와 속건제의 제물을 먹을지니 이스라엘 중에서
구별하여 드리는 물건을 다 그들에게 돌리며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30절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또 각종 처음 익은 열매와 너희 모든 예물 중에 각종 거제 제물을
다 제사장에게 돌리고 너희가 또 첫 밀가루를 제사장에게 주어
그들에게 네 집에 복이 내리도록 하게 하라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31절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새나 가축이 저절로 죽은 것이나 찢겨서 죽은 것은 다 제사장이
먹지 말 것이니라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