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네가 네 하나님 여호와께서 네게 주시는 땅에 이르러 그 땅을 차지하고 거주할 때에 만일 우리도 우리 주위의 모든 민족들 같이 우리 위에 왕을 세워야겠다는 생각이 나거든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반드시 네 하나님 여호와께서 택하신 자를 네 위에 왕으로 세울 것이며 네 위에 왕을 세우려면 네 형제 중에서 한 사람을 할 것이요 네 형제 아닌 타국인을 네 위에 세우지 말 것이며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그는 병마를 많이 두지 말 것이요 병마를 많이 얻으려고 그 백성을 애굽으로 돌아가게 하지 말 것이니 이는 여호와께서 너희에게 이르시기를 너희가 이 후에는 그 길로 다시 돌아가지 말 것이라 하셨음이며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그에게 아내를 많이 두어 그의 마음이 미혹되게 하지 말 것이며 자기를 위하여 은금을 많이 쌓지 말 것이니라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그가 왕위에 오르거든 이 율법서의 등사본을 레위 사람 제사장 앞에서 책에 기록하여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평생에 자기 옆에 두고 읽어 그의 하나님 여호와 경외하기를 배우며 이 율법의 모든 말과 이 규례를 지켜 행할 것이라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5d2d2ea6a5740c6bc79bf79c000a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신명기 17장 20절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그리하면 그의 마음이 그의 형제 위에 교만하지 아니하고 이 명령에서 떠나 좌로나 우로나 치우치지 아니하리니 이스라엘 중에서 그와 그의 자손이 왕위에 있는 날이 장구하리라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