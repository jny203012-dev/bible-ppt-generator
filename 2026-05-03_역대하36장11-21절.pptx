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시드기야가 왕위에 오를 때에 나이가 이십일 세라 예루살렘에서 십일 년 동안 다스리며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그의 하나님 여호와 보시기에 악을 행하고 선지자 예레미야가 여호와의 말씀으로 일러도 그 앞에서 겸손하지 아니하였으며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또한 느부갓네살 왕이 그를 그의 하나님을 가리켜 맹세하게 하였으나 그가 왕을 배반하고 목을 곧게 하며 마음을 완악하게 하여 이스라엘 하나님 여호와께로 돌아오지 아니하였고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모든 제사장들의 우두머리들과 백성도 크게 범죄하여 이방 모든 가증한 일을 따라서 여호와께서 예루살렘에 거룩하게 두신 그의 전을 더럽게 하였으며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조상들의 하나님 여호와께서 그의 백성과 그 거하시는 곳을 아끼사 부지런히 그의 사신들을 그 백성에게 보내어 이르셨으나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그의 백성이 하나님의 사신들을 비웃고 그의 말씀을 멸시하며 그의 선지자를 욕하여 여호와의 진노를 그의 백성에게 미치게 하여 회복할 수 없게 하였으므로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하나님이 갈대아 왕의 손에 그들을 다 넘기시매 그가 와서 그들의 성전에서 칼로 청년들을 죽이며 청년 남녀와 노인과 병약한 사람을 긍휼히 여기지 아니하였으며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하나님의 전의 대소 그릇들과 여호와의 전의 보물과 왕과 방백들의 보물을 다 바벨론으로 가져가고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하나님의 전을 불사르며 예루살렘 성벽을 헐며 그들의 모든 궁실을 불사르며 그들의 모든 귀한 그릇들을 부수고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20절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칼에서 살아 남은 자를 그가 바벨론으로 사로잡아가매 무리가 거기서 갈대아 왕과 그의 자손의 노예가 되어 바사국이 통치할 때까지 이르니라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7ab783eb2fae441e8018a997450f3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역대하 36장 21절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이에 토지가 황폐하여 땅이 안식년을 누림 같이 안식하여 칠십 년을 지냈으니 여호와께서 예레미야의 입으로 하신 말씀이 이루어졌더라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