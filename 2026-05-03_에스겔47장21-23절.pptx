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66ecb196f577410db81c1e2e7eda4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21절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그런즉 너희가 이스라엘 모든 지파대로 이 땅을 나누어 차지하라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66ecb196f577410db81c1e2e7eda4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22절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너희는 이 땅을 나누되 제비 뽑아 너희와 너희 가운데에 머물러 사는 타국인 곧 너희 가운데에서 자녀를 낳은 자의 기업이 되게 할지니 너희는 그 타국인을 본토에서 난 이스라엘 족속 같이 여기고 그들도 이스라엘 지파 중에서 너희와 함께 기업을 얻게 하되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66ecb196f577410db81c1e2e7eda47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47장 23절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타국인이 머물러 사는 그 지파에서 그 기업을 줄지니라 주 여호와의 말씀이니라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