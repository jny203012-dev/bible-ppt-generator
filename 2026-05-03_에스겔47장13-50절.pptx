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주 여호와께서 이같이 말씀하셨느니라 너희는 이 경계선대로 이스라엘 열두 지파에게 이 땅을 나누어 기업이 되게 하되 요셉에게는 두 몫이니라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내가 옛적에 내 손을 들어 맹세하여 이 땅을 너희 조상들에게 주겠다고 하였나니 너희는 공평하게 나누어 기업을 삼으라 이 땅이 너희의 기업이 되리라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이 땅 경계선은 이러하니라 북쪽은 대해에서 헤들론 길을 거쳐 스닷 어귀까지니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곧 하맛과 브로다며 다메섹 경계선과 하맛 경계선 사이에 있는 시브라임과 하우란 경계선 곁에 있는 하셀핫디곤이라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그 경계선이 바닷가에서부터 다메섹 경계선에 있는 하살에논까지요 그 경계선이 또 북쪽 끝에 있는 하맛 경계선에 이르렀나니 이는 그 북쪽이요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동쪽은 하우란과 다메섹과 및 길르앗과 이스라엘 땅 사이에 있는 요단 강이니 북쪽 경계선에서부터 동쪽 바다까지 측량하라 이는 그 동쪽이요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남쪽은 다말에서부터 므리봇 가데스 물에 이르고 애굽 시내를 따라 대해에 이르나니 이는 그 남쪽이요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서쪽은 대해라 남쪽 경계선에서부터 맞은쪽 하맛 어귀까지 이르나니 이는 그 서쪽이니라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그런즉 너희가 이스라엘 모든 지파대로 이 땅을 나누어 차지하라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너희는 이 땅을 나누되 제비 뽑아 너희와 너희 가운데에 머물러 사는 타국인 곧 너희 가운데에서 자녀를 낳은 자의 기업이 되게 할지니 너희는 그 타국인을 본토에서 난 이스라엘 족속 같이 여기고 그들도 이스라엘 지파 중에서 너희와 함께 기업을 얻게 하되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타국인이 머물러 사는 그 지파에서 그 기업을 줄지니라 주 여호와의 말씀이니라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47:24 (구절 없음)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47:25 (구절 없음)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47:26 (구절 없음)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47:27 (구절 없음)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47:28 (구절 없음)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47:29 (구절 없음)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47:30 (구절 없음)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47:31 (구절 없음)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47:32 (구절 없음)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47:33 (구절 없음)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47:34 (구절 없음)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47:35 (구절 없음)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47:36 (구절 없음)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47:37 (구절 없음)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47:38 (구절 없음)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39절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47:39 (구절 없음)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47:40 (구절 없음)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47:41 (구절 없음)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47:42 (구절 없음)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47:43 (구절 없음)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47:44 (구절 없음)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47:45 (구절 없음)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47:46 (구절 없음)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47:47 (구절 없음)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47:48 (구절 없음)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49절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47:49 (구절 없음)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08f1b48b3594e3a814df45a80e92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50절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겔 47:50 (구절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