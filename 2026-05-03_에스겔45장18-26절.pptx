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여호와께서 이같이 말씀하셨느니라 첫째 달 초하룻날에 흠 없는 수송아지 한 마리를 가져다가 성소를 정결하게 하되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제사장이 그 속죄제 희생제물의 피를 가져다가 성전 문설주와 제단 아래층 네 모퉁이와 안뜰 문설주에 바를 것이요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달 칠일에도 모든 과실범과 모르고 범죄한 자를 위하여 역시 그렇게 하여 성전을 속죄할지니라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첫째 달 열나흗날에는 유월절을 칠 일 동안 명절로 지키며 누룩 없는 떡을 먹을 것이라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날에 왕은 자기와 이 땅 모든 백성을 위하여 송아지 한 마리를 갖추어 속죄제를 드릴 것이요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명절 칠 일 동안에는 그가 나 여호와를 위하여 번제를 준비하되 곧 이레 동안에 매일 흠 없는 수송아지 일곱 마리와 숫양 일곱 마리이며 또 매일 숫염소 한 마리를 갖추어 속죄제를 드릴 것이며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소제를 갖추되 수송아지 한 마리에는 밀가루 한 에바요 숫양 한 마리에도 한 에바며 밀가루 한 에바에는 기름 한 힌 씩이며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일곱째 달 열다섯째 날에 칠 일 동안 명절을 지켜 속죄제와 번제며 그 밀가루와 기름을 드릴지니라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f1287e65072549a68770de2b53536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45:26 (구절 없음)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