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우리가 사로잡힌 지
스물다섯째 해, 성이
함락된 후 열넷째 해 첫째
달 열째 날에 곧 그 날에
여호와의 권능이 내게
임하여 나를 데리고
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하나님의 이상 중에 나를
데리고 이스라엘 땅에
이르러 나를 매우 높은 산
위에 내려놓으시는데
거기에서 남으로 향하여
성읍 형상 같은 것이
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나를 데리시고 거기에
이르시니 모양이 놋 같이
빛난 사람 하나가 손에
삼줄과 측량하는 장대를
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사람이 내게 이르되
인자야 내가 네게 보이는
그것을 눈으로 보고 귀로
들으며 네 마음으로
생각할지어다 내가 이것을
네게 보이려고 이리로
데리고 왔나니 너는 본
것을 다 이스라엘 족속에게
전할지어다 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