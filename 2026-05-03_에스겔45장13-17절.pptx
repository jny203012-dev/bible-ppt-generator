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12e510d68be44cab5f5728ba0f598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너희가 마땅히 드릴 예물은 이러하니 밀 한 호멜에서는 육분의 일 에바를 드리고 보리 한 호멜에서도 육분의 일 에바를 드리며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12e510d68be44cab5f5728ba0f598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기름은 정한 규례대로 한 고르에서 십분의 일 밧을 드릴지니 기름의 밧으로 말하면 한 고르는 십 밧 곧 한 호멜이며 (십 밧은 한 호멜이라)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12e510d68be44cab5f5728ba0f598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 이스라엘의 윤택한 초장의 가축 떼 이백 마리에서는 어린 양 한 마리를 드릴 것이라 백성을 속죄하기 위하여 이것들을 소제와 번제와 감사 제물로 삼을지니라 주 여호와의 말씀이니라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12e510d68be44cab5f5728ba0f598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 땅 모든 백성은 이 예물을 이스라엘의 군주에게 드리고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12e510d68be44cab5f5728ba0f598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군주의 본분은 번제와 소제와 전제를 명절과 초하루와 안식일과 이스라엘 족속의 모든 정한 명절에 갖추는 것이니 이스라엘 족속을 속죄하기 위하여 이 속죄제와 소제와 번제와 감사 제물을 갖출지니라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