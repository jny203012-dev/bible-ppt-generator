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모든 지파의 이름은 이와 같으니라 북쪽 끝에서부터 헤들론 길을 거쳐 하맛 어귀를 지나서 다메섹 경계선에 있는 하살에논까지 곧 북쪽으로 하맛 경계선에 미치는 땅 동쪽에서 서쪽까지는 단의 몫이요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단 경계선 다음으로 동쪽에서 서쪽까지는 아셀의 몫이요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아셀 경계선 다음으로 동쪽에서 서쪽까지는 납달리의 몫이요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납달리 경계선 다음으로 동쪽에서 서쪽까지는 므낫세의 몫이요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므낫세 경계선 다음으로 동쪽에서 서쪽까지는 에브라임의 몫이요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에브라임 경계선 다음으로 동쪽에서 서쪽까지는 르우벤의 몫이요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르우벤 경계선 다음으로 동쪽에서 서쪽까지는 유다의 몫이요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유다 경계선 다음으로 동쪽에서 서쪽까지는 너희가 예물로 드릴 땅이라 너비는 이만 오천 척이요 길이는 다른 몫의 동쪽에서 서쪽까지와 같고 성소는 그 중앙에 있을지니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곧 너희가 여호와께 드려 예물로 삼을 땅의 길이는 이만 오천 척이요 너비는 만 척이라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드리는 거룩한 땅은 제사장에게 돌릴지니 북쪽으로 길이가 이만 오천 척이요 서쪽으로 너비는 만 척이요 동쪽으로 너비가 만 척이요 남쪽으로 길이가 이만 오천 척이라 그 중앙에 여호와의 성소가 있게 하고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땅을 사독의 자손 중에서 거룩하게 구별한 제사장에게 돌릴지어다 그들은 직분을 지키고 이스라엘 족속이 그릇될 때에 레위 사람이 그릇된 것처럼 그릇되지 아니하였느니라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1a3daadf746344d9b64b5844e5fb37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48장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땅의 예물 중에서 그들이 예물을 받을지니 레위인의 접경지에 관한 가장 거룩한 예물이니라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