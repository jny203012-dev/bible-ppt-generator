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10장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여호와의 영광이 그룹에서 올라와 성전 문지방에 이르니 구름이 성전에 가득하며 여호와의 영화로운 광채가 뜰에 가득하였고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10장 5절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그룹들의 날개 소리는 바깥뜰까지 들리는데 전능하신 하나님이 말씀하시는 음성 같더라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10장 6절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하나님이 가는 베 옷을 입은 자에게 명령하시기를 바퀴 사이 곧 그룹들 사이에서 불을 가져 가라 하셨으므로 그가 들어가 바퀴 옆에 서매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10장 7절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그룹이 그룹들 사이에서 손을 내밀어 그 그룹들 사이에 있는 불을 집어 가는 베 옷을 입은 자의 손에 주매 그가 받아 가지고 나가는데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10장 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그룹들의 날개 밑에 사람의 손 같은 것이 나타나더라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